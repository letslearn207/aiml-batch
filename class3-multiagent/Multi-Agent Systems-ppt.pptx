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70" r:id="rId13"/>
    <p:sldId id="271" r:id="rId14"/>
    <p:sldId id="265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11:57:21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7155,'0'0'336,"277"-22"-288,-151 16-48,-20 6 0,-21 0 433,-24 39 447,-31 24-528,-30 33-240,-25 12-112,-71-7-8147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738C-4F8A-5194-985B-678E293FD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109E4-002A-22AA-0012-7D4773DF80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5BA23-C22F-119A-A767-1BACE1B5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8A5B7-400E-B8AB-3C87-95F1B818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4E8E9-1F79-5958-FF88-3A54CC21F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266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553B-6D42-6F9D-5AF9-A7CDE42AB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F6570-B8AC-2DE1-2C31-C4BA8D559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80EFF-23DC-0838-DD33-8001C228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D6F7C-B24C-AB0E-C472-8F9759BEE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31F8-8449-8102-FCA6-EEE2BC5AA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9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58F1-6DCB-BDF4-8375-D92B3D6C5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6E744-4973-E601-62B9-D7F08E8C3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04E8-6A04-8250-93D6-E718D9F3A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35E8A-1BA0-8F2F-0798-9D324B599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0F037-C453-CA57-39C4-DAEDECD60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25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84F5-4CAB-28BC-D7D0-EACFD765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B8485-F26C-5C5C-9118-D191D060E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5D11A-AF01-19D2-CB21-6ED55F7C7E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A9052-0E53-CB1E-4124-5FA3C84C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E29549-C8AD-9A8E-41C5-CDE044D98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10698-C5AE-F9FA-F608-E354A3AEF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F74EA-F285-EC5C-41AE-600EFE3A2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EBA9D-A2CE-BC5A-0BDE-CA47B12DF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F2F2F7-E994-B43F-E30C-36071F0623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4BA16-1D45-4226-24A5-4066E53D36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9D5C8-9E47-51E3-A8AE-D5B8C6BF1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E16694-0C22-9472-9ECB-4462E472C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6B56D-FE9B-85C8-744F-2CF6D29A9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72942B-8C9B-756F-23E3-232F90DE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71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586F7-C5F9-0222-BB83-31EB15CAE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BF0586-C202-E253-A1A7-43BEAB5D7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CCB79E-2058-5BEE-B1AA-9FFE34DB8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7D92A-CFF6-2BD9-F16B-CDFC5B6E8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25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2F62DB-F849-564E-B1A8-5F84A64DA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D100EA-029B-FA50-1BA5-015E1DF99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CA640-677E-6423-E536-F75FC409B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765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270E2-E982-7B1A-DC87-79AA4D5C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436E5-67DD-D8D5-95FF-3B1F1B460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820C6-E70E-40C3-352A-996FC052D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67EB1-9ED7-AC06-0AC9-C1E25089B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E969F-7000-239B-EAC8-20780256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F40C3-61FC-D27F-3043-EBF85985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9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415E6-9980-5A1F-344D-89C2EA130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5A7E8A-C773-0893-B614-5CB34D1184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B2BB40-417E-53BC-01DE-4BAF8FCCD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ED16C9-F928-FC85-8259-EACB005D5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92EDB-4B59-252F-77EA-5F16A522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DC809-805D-479B-3D6B-8F67EB1F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557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CF0C-6E40-8A30-927D-12E85DAA9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096F6-AD16-4961-743B-7F6514546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7D52D-32BD-685B-01F9-E692D9BE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8EFED-8B79-93DC-B961-441798565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9FC2B-A8A8-EE3A-E0FF-0B845ABA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98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87FE0D-83D3-ADB2-8E26-D49C5B46E5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68C195-9A8E-1132-E1A2-709177E41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2CFB3-E428-AAD7-41F9-23717D19E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3610C-D4E2-DF06-2876-06D03F7BC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B0B0F-1126-9C92-61D9-FE68CAD96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956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E802A3-7552-C1A8-9B74-9A64B406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276C9-31D7-DAB2-73C5-ADBE5113C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8DF1C-AFCC-B01A-0E96-E70E05862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C9316-3C52-4FE1-808A-CCA78C827B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E6423-1E86-B31E-5E69-02F0BA5E1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AD6F-FB9C-7F87-905F-0A6FC6E14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EA7A2-6956-4728-916C-47CCA5CEDE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92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20F90-F79D-E42E-C1F2-84661A9C0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r>
              <a:rPr lang="en-US" dirty="0"/>
              <a:t>Multi-Agent Systems: Patterns &amp; Orchestration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B2F8DF-A738-0B63-BA12-B806FA6696C5}"/>
              </a:ext>
            </a:extLst>
          </p:cNvPr>
          <p:cNvSpPr/>
          <p:nvPr/>
        </p:nvSpPr>
        <p:spPr>
          <a:xfrm>
            <a:off x="4334208" y="152417"/>
            <a:ext cx="28064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AGENDA: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6193ABA-895E-6755-BE5F-EDF778469983}"/>
                  </a:ext>
                </a:extLst>
              </p14:cNvPr>
              <p14:cNvContentPartPr/>
              <p14:nvPr/>
            </p14:nvContentPartPr>
            <p14:xfrm>
              <a:off x="12658454" y="2818031"/>
              <a:ext cx="246600" cy="1472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6193ABA-895E-6755-BE5F-EDF7784699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49454" y="2809391"/>
                <a:ext cx="26424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6907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0110D-CB83-40FA-AE1B-2FAA288AD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C73ADE-C6CD-7B48-9991-D564AF956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893676" cy="6616759"/>
          </a:xfrm>
        </p:spPr>
      </p:pic>
    </p:spTree>
    <p:extLst>
      <p:ext uri="{BB962C8B-B14F-4D97-AF65-F5344CB8AC3E}">
        <p14:creationId xmlns:p14="http://schemas.microsoft.com/office/powerpoint/2010/main" val="1509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8262-779D-AACC-ACDB-827208722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Travel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D4946-F11F-9780-DB51-1B5B8A895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9790"/>
            <a:ext cx="10515600" cy="4351338"/>
          </a:xfrm>
        </p:spPr>
        <p:txBody>
          <a:bodyPr/>
          <a:lstStyle/>
          <a:p>
            <a:r>
              <a:rPr lang="en-US" dirty="0"/>
              <a:t>✈️ Flight Tool</a:t>
            </a:r>
          </a:p>
          <a:p>
            <a:r>
              <a:rPr lang="en-US" dirty="0"/>
              <a:t>🏨 Hotel Tool</a:t>
            </a:r>
          </a:p>
          <a:p>
            <a:r>
              <a:rPr lang="en-US" dirty="0"/>
              <a:t>🌤 Weather Tool</a:t>
            </a:r>
          </a:p>
          <a:p>
            <a:r>
              <a:rPr lang="en-US" dirty="0"/>
              <a:t>📰 News Tool</a:t>
            </a:r>
          </a:p>
          <a:p>
            <a:r>
              <a:rPr lang="en-US" dirty="0"/>
              <a:t>💰 Cost Calculator</a:t>
            </a:r>
          </a:p>
          <a:p>
            <a:r>
              <a:rPr lang="en-US" dirty="0"/>
              <a:t>🗺 Maps Tool</a:t>
            </a:r>
          </a:p>
          <a:p>
            <a:r>
              <a:rPr lang="en-US" dirty="0"/>
              <a:t>📅 Itinerary Generator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969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FD79B-8870-C65D-7A11-6AAA6B99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. Problem #1 — Agent has too many responsibilities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70995-F21A-1561-71F7-6AE3EBCB7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CD6460-224B-688D-D79C-C502AED7A9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83" y="1619436"/>
            <a:ext cx="68811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46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EF00-B177-58A7-6373-02F47169A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#2 — The prompt becomes huge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05CFA3-33B4-50A8-C07F-68FFFB1CB4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" y="1690688"/>
            <a:ext cx="7151854" cy="4943194"/>
          </a:xfrm>
        </p:spPr>
      </p:pic>
    </p:spTree>
    <p:extLst>
      <p:ext uri="{BB962C8B-B14F-4D97-AF65-F5344CB8AC3E}">
        <p14:creationId xmlns:p14="http://schemas.microsoft.com/office/powerpoint/2010/main" val="1747723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C61C-31CF-591C-E362-E1BBF208F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#3 — Too many tools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58DA12-5D3E-574C-22AA-15001A2D2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0029"/>
            <a:ext cx="7800366" cy="5391430"/>
          </a:xfrm>
        </p:spPr>
      </p:pic>
    </p:spTree>
    <p:extLst>
      <p:ext uri="{BB962C8B-B14F-4D97-AF65-F5344CB8AC3E}">
        <p14:creationId xmlns:p14="http://schemas.microsoft.com/office/powerpoint/2010/main" val="15714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7510D-2582-615C-D060-1EC10A9C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7934"/>
            <a:ext cx="10515600" cy="1325563"/>
          </a:xfrm>
        </p:spPr>
        <p:txBody>
          <a:bodyPr/>
          <a:lstStyle/>
          <a:p>
            <a:r>
              <a:rPr lang="en-US" b="1" dirty="0"/>
              <a:t>Problem #4 — Difficult to debug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1048FD-3CD4-5812-1E5C-9C37870D22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69" y="905133"/>
            <a:ext cx="5347447" cy="6060442"/>
          </a:xfrm>
        </p:spPr>
      </p:pic>
    </p:spTree>
    <p:extLst>
      <p:ext uri="{BB962C8B-B14F-4D97-AF65-F5344CB8AC3E}">
        <p14:creationId xmlns:p14="http://schemas.microsoft.com/office/powerpoint/2010/main" val="56920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B894D-1C6B-37C4-6118-F6191BABC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B181C-2789-66FF-8E81-B1FDDF3C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The problem is not that LangGraph cannot handle a single agent. The problem is that as the application's responsibilities and tools increase, one agent becomes difficult to specialize, debug, control, and maintain.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332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ABFC-FF81-2E32-C9C4-FC446C023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MULTIAGENT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A2337-F13A-690F-16F7-AE19CF95E06E}"/>
              </a:ext>
            </a:extLst>
          </p:cNvPr>
          <p:cNvSpPr txBox="1"/>
          <p:nvPr/>
        </p:nvSpPr>
        <p:spPr>
          <a:xfrm>
            <a:off x="1093693" y="3016251"/>
            <a:ext cx="46885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INSTEAD OF :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EC2B4E-86B7-B633-39EF-E1530F30E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BDECA6-086E-BFD0-BF78-E9E29BBC4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721" y="29005"/>
            <a:ext cx="6158586" cy="679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17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3370-8597-F9E6-B671-A6FE752A0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CE3C-3FD6-0735-D3CF-6EF134981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MULTI-AGENT</a:t>
            </a:r>
            <a:br>
              <a:rPr lang="en-US" dirty="0"/>
            </a:br>
            <a:r>
              <a:rPr lang="en-US" dirty="0"/>
              <a:t>System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C02753-16B2-6F96-DB19-992423E53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9804" y="122665"/>
            <a:ext cx="6753996" cy="66898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F42522-17B8-DDC6-91ED-F9D12F087167}"/>
              </a:ext>
            </a:extLst>
          </p:cNvPr>
          <p:cNvSpPr txBox="1"/>
          <p:nvPr/>
        </p:nvSpPr>
        <p:spPr>
          <a:xfrm>
            <a:off x="1201270" y="2459504"/>
            <a:ext cx="43577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We create specialized</a:t>
            </a:r>
          </a:p>
          <a:p>
            <a:r>
              <a:rPr lang="en-US" sz="4000" dirty="0"/>
              <a:t>agents</a:t>
            </a:r>
          </a:p>
        </p:txBody>
      </p:sp>
    </p:spTree>
    <p:extLst>
      <p:ext uri="{BB962C8B-B14F-4D97-AF65-F5344CB8AC3E}">
        <p14:creationId xmlns:p14="http://schemas.microsoft.com/office/powerpoint/2010/main" val="2849546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53B31-679E-7305-526C-0E25AD994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Multi-Agent System?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937A4-6F4C-8C3E-6624-68372928B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 multi-agent system is a system where multiple AI agents work together to solve one larger problem, with each agent having a specific responsibility.</a:t>
            </a:r>
            <a:br>
              <a:rPr lang="en-US" b="1" dirty="0"/>
            </a:br>
            <a:br>
              <a:rPr lang="en-US" b="1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Think of it like a </a:t>
            </a:r>
            <a:r>
              <a:rPr lang="en-US" b="1" dirty="0"/>
              <a:t>team of employees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B54A9-00BB-7E8A-89C4-7AE2E3117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133" y="3112713"/>
            <a:ext cx="5897867" cy="319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90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8BA7C-EAD5-D444-2D09-02DFDA88E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sharing and communication between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1415C-84A8-8959-0BBA-31590F3D0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483" y="1852519"/>
            <a:ext cx="607358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Instead of agents directly talking to </a:t>
            </a:r>
          </a:p>
          <a:p>
            <a:pPr marL="0" indent="0">
              <a:buNone/>
            </a:pPr>
            <a:r>
              <a:rPr lang="en-US" dirty="0"/>
              <a:t>each other, they can </a:t>
            </a:r>
            <a:r>
              <a:rPr lang="en-US" b="1" dirty="0"/>
              <a:t>read and update </a:t>
            </a:r>
          </a:p>
          <a:p>
            <a:pPr marL="0" indent="0">
              <a:buNone/>
            </a:pPr>
            <a:r>
              <a:rPr lang="en-US" b="1" dirty="0"/>
              <a:t>a common state</a:t>
            </a:r>
            <a:r>
              <a:rPr lang="en-US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FAF72-5EBC-9B0F-273A-D27DE36263EC}"/>
              </a:ext>
            </a:extLst>
          </p:cNvPr>
          <p:cNvSpPr txBox="1"/>
          <p:nvPr/>
        </p:nvSpPr>
        <p:spPr>
          <a:xfrm>
            <a:off x="6590363" y="5003528"/>
            <a:ext cx="5360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Each agent gets the state, performs its task, </a:t>
            </a:r>
          </a:p>
          <a:p>
            <a:r>
              <a:rPr lang="en-US" sz="2400" dirty="0"/>
              <a:t>and returns updates to it.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C5C55E-E684-756B-A10C-64C1281EE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44" y="1724414"/>
            <a:ext cx="6171306" cy="481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85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B935B-CD25-0D87-1F3A-EF977D2AB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&amp; Latency in Multi-Agent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4ECD4-61F1-DAC1-A8D4-696DAB1E9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More agents usually means more LLM calls → higher cost and potentially higher latency.</a:t>
            </a:r>
          </a:p>
        </p:txBody>
      </p:sp>
    </p:spTree>
    <p:extLst>
      <p:ext uri="{BB962C8B-B14F-4D97-AF65-F5344CB8AC3E}">
        <p14:creationId xmlns:p14="http://schemas.microsoft.com/office/powerpoint/2010/main" val="1261743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51F9-83AE-7000-70C1-FBFB3D50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3F2C5E3-313A-E8E6-5071-CAC1E9961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9288" y="0"/>
            <a:ext cx="12084430" cy="753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699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230C-CAC6-A462-B715-5375DB16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87E523-FA23-3CCD-C6CF-B8D0FA98A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589" y="92019"/>
            <a:ext cx="8145226" cy="6842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58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61A5-3932-9586-F358-B4F9CD7B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EDE67-22D7-B4E0-D6D2-585C8B32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D027A-C6BF-DEC5-3A56-D92F63D65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987"/>
            <a:ext cx="12192000" cy="588602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52331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224</Words>
  <Application>Microsoft Office PowerPoint</Application>
  <PresentationFormat>Widescreen</PresentationFormat>
  <Paragraphs>33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Multi-Agent Systems: Patterns &amp; Orchestration</vt:lpstr>
      <vt:lpstr>PowerPoint Presentation</vt:lpstr>
      <vt:lpstr>Example of Travel agent</vt:lpstr>
      <vt:lpstr>. Problem #1 — Agent has too many responsibilities </vt:lpstr>
      <vt:lpstr>Problem #2 — The prompt becomes huge</vt:lpstr>
      <vt:lpstr>Problem #3 — Too many tools</vt:lpstr>
      <vt:lpstr>Problem #4 — Difficult to debug</vt:lpstr>
      <vt:lpstr>Actual Problem </vt:lpstr>
      <vt:lpstr>MULTIAGENT</vt:lpstr>
      <vt:lpstr>MULTI-AGENT System</vt:lpstr>
      <vt:lpstr>What is a Multi-Agent System? </vt:lpstr>
      <vt:lpstr>State sharing and communication between agents</vt:lpstr>
      <vt:lpstr>Cost &amp; Latency in Multi-Agent Systems</vt:lpstr>
      <vt:lpstr>PowerPoint Presentation</vt:lpstr>
      <vt:lpstr>CASE STUDY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Akshat gupta</dc:creator>
  <cp:lastModifiedBy>Akshat gupta</cp:lastModifiedBy>
  <cp:revision>3</cp:revision>
  <dcterms:created xsi:type="dcterms:W3CDTF">2026-08-27T09:34:51Z</dcterms:created>
  <dcterms:modified xsi:type="dcterms:W3CDTF">2026-08-29T07:54:18Z</dcterms:modified>
</cp:coreProperties>
</file>